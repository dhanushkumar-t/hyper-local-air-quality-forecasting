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Hyper-Local Air Quality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PM2.5 Intelligence &amp; Health Alerts: Chennai-Ennore Corridor</a:t>
            </a:r>
          </a:p>
          <a:p>
            <a:r>
              <a:t>Presented by Dhanush Kumar 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Challenges in Urban Air Quality:</a:t>
            </a:r>
          </a:p>
          <a:p>
            <a:pPr lvl="1"/>
            <a:r>
              <a:t>• Limited spatial resolution of monitoring stations.</a:t>
            </a:r>
          </a:p>
          <a:p>
            <a:pPr lvl="1"/>
            <a:r>
              <a:t>• Inability to provide street-level AQI forecasts.</a:t>
            </a:r>
          </a:p>
          <a:p>
            <a:pPr lvl="1"/>
            <a:r>
              <a:t>• Lack of personalized health alerts for sensitive populations.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Solution: Multi-Agent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decentralized architecture for intelligent forecasting:</a:t>
            </a:r>
          </a:p>
          <a:p>
            <a:pPr lvl="1"/>
            <a:r>
              <a:t>• Data Agent: Real-time multi-source data ingestion.</a:t>
            </a:r>
          </a:p>
          <a:p>
            <a:pPr lvl="1"/>
            <a:r>
              <a:t>• Spatial Agent: Advanced interpolation for street-level resolution.</a:t>
            </a:r>
          </a:p>
          <a:p>
            <a:pPr lvl="1"/>
            <a:r>
              <a:t>• Forecast Agent: Machine Learning models (XGBoost) for predictive trends.</a:t>
            </a:r>
          </a:p>
          <a:p>
            <a:pPr lvl="1"/>
            <a:r>
              <a:t>• Risk Agent: Persona-based health impact assessments.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Pipeline:</a:t>
            </a:r>
          </a:p>
          <a:p>
            <a:pPr lvl="1"/>
            <a:r>
              <a:t>1. Data Collection: Weather, Industrial, and Traffic data.</a:t>
            </a:r>
          </a:p>
          <a:p>
            <a:pPr lvl="1"/>
            <a:r>
              <a:t>2. Calibration: Correcting sensor biases for accuracy.</a:t>
            </a:r>
          </a:p>
          <a:p>
            <a:pPr lvl="1"/>
            <a:r>
              <a:t>3. Modeling: Comparing XGBoost vs. Linear Regression baselines.</a:t>
            </a:r>
          </a:p>
          <a:p>
            <a:pPr lvl="1"/>
            <a:r>
              <a:t>4. Visualization: Interactive Folium heatmaps and Plotly charts.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 Dashboard Functionalities:</a:t>
            </a:r>
          </a:p>
          <a:p>
            <a:pPr lvl="1"/>
            <a:r>
              <a:t>• Street-Level Heatmaps: Visualizing AQI across Chennai.</a:t>
            </a:r>
          </a:p>
          <a:p>
            <a:pPr lvl="1"/>
            <a:r>
              <a:t>• Personalized Alerts: Tailored advice for Elderly, Children, and Outdoor Workers.</a:t>
            </a:r>
          </a:p>
          <a:p>
            <a:pPr lvl="1"/>
            <a:r>
              <a:t>• Dynamic Horizons: 6h, 12h, and 24h forecasting options.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XGBoost Implementation Results:</a:t>
            </a:r>
          </a:p>
          <a:p>
            <a:pPr lvl="1"/>
            <a:r>
              <a:t>• Outperformed traditional linear regression in accuracy.</a:t>
            </a:r>
          </a:p>
          <a:p>
            <a:pPr lvl="1"/>
            <a:r>
              <a:t>• Successful integration of multi-source features.</a:t>
            </a:r>
          </a:p>
          <a:p>
            <a:pPr lvl="1"/>
            <a:r>
              <a:t>• Real-time responsiveness for dashboard updates.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Steps:</a:t>
            </a:r>
          </a:p>
          <a:p>
            <a:pPr lvl="1"/>
            <a:r>
              <a:t>• Scaling to other cities across Tamil Nadu.</a:t>
            </a:r>
          </a:p>
          <a:p>
            <a:pPr lvl="1"/>
            <a:r>
              <a:t>• Integrating mobile app notifications for proximity-based alerts.</a:t>
            </a:r>
          </a:p>
          <a:p>
            <a:pPr lvl="1"/>
            <a:r>
              <a:t>• Incorporating additional pollutants (NO2, SO2, CO).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